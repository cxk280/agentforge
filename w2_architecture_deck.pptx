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645920"/>
            <a:ext cx="9418320" cy="365760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0" y="1737360"/>
            <a:ext cx="9235440" cy="3474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874519"/>
            <a:ext cx="8869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Clinical Co-Pilot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697480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8C8C"/>
                </a:solidFill>
              </a:rPr>
              <a:t>Week 2 — Multimodal Evidence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29184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Architecture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402336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6677"/>
                </a:solidFill>
              </a:rPr>
              <a:t>AgentForge  ·  Gauntlet AI Austin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Changed in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8C8C"/>
                </a:solidFill>
              </a:rPr>
              <a:t>See real documents · Route work across a graph · Prove quality with a CI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749039" cy="45720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533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Multimodal extraction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37360"/>
            <a:ext cx="3749039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35204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1B2A"/>
                </a:solidFill>
              </a:rPr>
              <a:t>Sonnet 4.6 reads scanned lab PDFs, intake forms, and external medication lists. Forced tool-use guarantees schema-valid JSON. Bounding-box overlays power click-to-source.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749039" cy="45720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ROUTE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3533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Multi-agent graph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737360"/>
            <a:ext cx="3749039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828800"/>
            <a:ext cx="35204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1B2A"/>
                </a:solidFill>
              </a:rPr>
              <a:t>LangGraph supervisor decides between intake-extractor, evidence-retriever, and critic workers. Every handoff is logged; no black-box decisions.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280160"/>
            <a:ext cx="3749039" cy="45720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3533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Eval-gated CI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737360"/>
            <a:ext cx="3749039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828800"/>
            <a:ext cx="35204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1B2A"/>
                </a:solidFill>
              </a:rPr>
              <a:t>50-case suite scored with per-rubric booleans (schema_valid, citation_present, factually_consistent, safe_refusal, no_phi_in_logs). PR cannot merge if any rubric regresses &gt; 5%.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434840"/>
            <a:ext cx="114300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526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C8C"/>
                </a:solidFill>
              </a:rPr>
              <a:t>The scenario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93776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1B2A"/>
                </a:solidFill>
              </a:rPr>
              <a:t>A primary care physician prepping for a follow-up visit asks: “What changed, what should I pay attention to, and what evidence supports the recommendation?”
The chart has structured OpenEMR data, but the important recent information is buried in a scanned lab PDF and a patient intake form uploaded by the front desk. Week 2 makes that information visible to the agent, with citations separating patient-record facts from guideline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Architectural Decisions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8C8C"/>
                </a:solidFill>
              </a:rPr>
              <a:t>Twelve load-bearing decisions · The rest of this deck expands on each row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4300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1828800"/>
                <a:gridCol w="4023360"/>
                <a:gridCol w="5212080"/>
              </a:tblGrid>
              <a:tr h="414996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08C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Decision</a:t>
                      </a:r>
                    </a:p>
                  </a:txBody>
                  <a:tcPr>
                    <a:solidFill>
                      <a:srgbClr val="008C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Choice</a:t>
                      </a:r>
                    </a:p>
                  </a:txBody>
                  <a:tcPr>
                    <a:solidFill>
                      <a:srgbClr val="008C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Why</a:t>
                      </a:r>
                    </a:p>
                  </a:txBody>
                  <a:tcPr>
                    <a:solidFill>
                      <a:srgbClr val="008C8C"/>
                    </a:solidFill>
                  </a:tcPr>
                </a:tc>
              </a:tr>
              <a:tr h="4149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Orchestration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LangGraph StateGraph (supervisor + 3 workers + critic)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Spec names it; inspectable handoffs; native Langfuse callbacks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49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Vector 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pgvector on a new Railway Postgres (per env)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Persistence; SQL-side hybrid (cosine + ts_rank); clean env 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9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Persistence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Hybrid — legacy addNewDocument for source PDF (auto-readable via FHIR DocumentReference); cp_* side-tables for derived facts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Pivoted Day-1 (2026-05-05): no POST Binary / Observation / DocumentReference-create exists in OpenEMR. Spec allows “FHIR resources OR OpenEMR records.”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49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Vision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Sonnet 4.6 native PDF input + tool-use forced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Single API call sees rendered + text; tool_choice guarantees JSON; bbox via grounding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9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Eval rubric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Per-rubric booleans (schema_valid, citation_present, factually_consistent, safe_refusal, no_phi_in_logs)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Spec calls out exact category names; boolean → failures actionable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49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CI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GitHub Actions on PR (agent-evals.yml), required check via branch protection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Cleanest “PR-blocking” story; CircleCI keeps deploy gating downstream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9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Citation UI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Documents tab + chat side-panel — PDF.js viewer with bbox overlay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Reuses existing copilot_documents.php mock; click-to-source from chat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49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Core + all 3 extensions — critic, lab trend chart, third doc 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Ambitious; explicit Thursday stop-loss to drop extensions if Early Submission isn't 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9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Embeddings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Voyage-3 (1024-dim)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Anthropic-recommended; biomedical-strong; HIPAA-eligible under BAA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49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3rd doc 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External medication 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Common workflow; reuses MedicationStatement shape; lower extraction risk than fax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9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Guideline corpus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ADA + ACC/AHA HTN + USPSTF + GINA + KDIGO (~10 PDFs, ~250 chunks)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Direct hit on every seeded patient's conditions; public-domain; citation-stable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50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Session-scoped LangGraph state with extracted-fact cache; 30-min TTL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Avoids re-extraction on follow-ups; preserves the 90-second 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677"/>
                </a:solidFill>
              </a:rPr>
              <a:t>Out of scope (stay narrow): ColQwen2/multi-vector, contextual-retrieval rewrites, fax doc type, imaging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Why These, Not Alternatives — Orchestration &amp;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8C8C"/>
                </a:solidFill>
              </a:rPr>
              <a:t>Each block: the choice, then the rejected alternatives +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30000" cy="292608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6128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LangGraph StateGraph   (vs Anthropic SDK direct, OpenAI Agents SDK, LlamaIndex/CrewAI)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35608"/>
            <a:ext cx="11430000" cy="1033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72184"/>
            <a:ext cx="111556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1">
                <a:solidFill>
                  <a:srgbClr val="0D1B2A"/>
                </a:solidFill>
              </a:rPr>
              <a:t>•  Anthropic SDK direct (Week 1's path): handoffs emerge from prompts, not declared state — exactly the “black-box supervisor” pitfall the spec calls out.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D1B2A"/>
                </a:solidFill>
              </a:rPr>
              <a:t>•  OpenAI Agents SDK: forces an OpenAI dependency into an Anthropic-monoculture stack — adds a model boundary and another BAA we'd otherwise avoid.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D1B2A"/>
                </a:solidFill>
              </a:rPr>
              <a:t>•  LlamaIndex / CrewAI: weaker Langfuse integration; LangGraph has first-class LangChain callbacks so every node becomes a labeled span automatically.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14600"/>
            <a:ext cx="11430000" cy="292608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3288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pgvector on a new Railway Postgres (per env)   (vs Qdrant Cloud, in-memory FAISS, Pinecone/Chroma, pgvector on Langfuse Postgres)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07208"/>
            <a:ext cx="11430000" cy="1033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43784"/>
            <a:ext cx="111556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1">
                <a:solidFill>
                  <a:srgbClr val="0D1B2A"/>
                </a:solidFill>
              </a:rPr>
              <a:t>•  Qdrant Cloud / Pinecone / Chroma: SaaS adds a third-party data processor — new BAA, expanded trust boundary, no upside vs self-hosted Postgres.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D1B2A"/>
                </a:solidFill>
              </a:rPr>
              <a:t>•  In-memory FAISS + rank_bm25: doesn't survive container restart; no native SQL hybrid (cosine + ts_rank in one query); harder to keep deterministic across Dev/QA/Prod.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D1B2A"/>
                </a:solidFill>
              </a:rPr>
              <a:t>•  pgvector on the existing Langfuse Postgres: coupling — corpus refreshes would touch trace storage; clean separation per env is worth one extra Railway service.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86200"/>
            <a:ext cx="11430000" cy="292608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90448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Voyage-3 embeddings (1024-dim)   (vs OpenAI text-embedding-3-large, Cohere embed-v3, local sentence-transformers)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178808"/>
            <a:ext cx="11430000" cy="1033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215384"/>
            <a:ext cx="111556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1">
                <a:solidFill>
                  <a:srgbClr val="0D1B2A"/>
                </a:solidFill>
              </a:rPr>
              <a:t>•  OpenAI text-embedding-3-large (3072 dim): 3× the pgvector index size, plus a fourth LLM-vendor BAA we'd otherwise avoid.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D1B2A"/>
                </a:solidFill>
              </a:rPr>
              <a:t>•  Cohere embed-v3: vendor concentration — we already use Cohere Rerank on the retrieval path; one Cohere outage shouldn't take both stages down.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D1B2A"/>
                </a:solidFill>
              </a:rPr>
              <a:t>•  Local sentence-transformers (BGE-large): self-hosted but adds GPU/CPU pressure to the agent container, 10–20s cold-start, weaker on biomedical text.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257800"/>
            <a:ext cx="11430000" cy="292608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27608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Cohere Rerank v3.5   (vs Voyage Rerank, local cross-encoder, no rerank)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550408"/>
            <a:ext cx="11430000" cy="1033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586984"/>
            <a:ext cx="111556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1">
                <a:solidFill>
                  <a:srgbClr val="0D1B2A"/>
                </a:solidFill>
              </a:rPr>
              <a:t>•  Voyage Rerank: less mature evaluation surface on clinical text; pricing similar; sticking with the spec's named option (“Cohere Rerank or equivalent”).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D1B2A"/>
                </a:solidFill>
              </a:rPr>
              <a:t>•  Local cross-encoder (e.g. ms-marco-MiniLM): CPU inference is too slow for the 90-second-between-rooms goal; GPU container would inflate ops cost.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D1B2A"/>
                </a:solidFill>
              </a:rPr>
              <a:t>•  No rerank: spec calls out rerank as a core requirement; without it, BM25∪dense ordering produces visibly worse top-5 evidence on the eval 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Why These, Not Alternatives — Vision, Persistence, 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8C8C"/>
                </a:solidFill>
              </a:rPr>
              <a:t>Each block: the choice, then the rejected alternatives +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30000" cy="292608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6128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Sonnet 4.6 native PDF input + tool_choice extraction   (vs OCR-then-LLM, GPT-4o vision, two-stage layout-then-text)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35608"/>
            <a:ext cx="11430000" cy="1033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72184"/>
            <a:ext cx="111556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1">
                <a:solidFill>
                  <a:srgbClr val="0D1B2A"/>
                </a:solidFill>
              </a:rPr>
              <a:t>•  OCR-then-LLM (PyMuPDF or Tesseract + Sonnet text): handwritten intake forms break deterministic OCR; forces two extraction code paths; bounding boxes have to be reconstructed separately.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D1B2A"/>
                </a:solidFill>
              </a:rPr>
              <a:t>•  GPT-4o vision: foreign vendor on the hot path — another BAA, breaks the Anthropic-monoculture story, and our existing Langfuse + cost-tracking instrumentation is Anthropic-shaped.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D1B2A"/>
                </a:solidFill>
              </a:rPr>
              <a:t>•  Two-stage (layout-vision then text-extract): doubles API calls and latency; tool_choice forcing a Pydantic-shaped JSON gives equivalent reliability in one round-trip.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14600"/>
            <a:ext cx="11430000" cy="292608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3288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Hybrid persistence — addNewDocument + cp_* side-tables   (vs full FHIR write, vs side-table-only)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07208"/>
            <a:ext cx="11430000" cy="1033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43784"/>
            <a:ext cx="111556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1">
                <a:solidFill>
                  <a:srgbClr val="0D1B2A"/>
                </a:solidFill>
              </a:rPr>
              <a:t>•  Full FHIR write (original Decision #3): grep'd OpenEMR Day-1 — no POST /fhir/Binary, no POST /fhir/Observation, no FhirBinary* service; only POST /fhir/DocumentReference/$docref (CCDA op, not create). Would need ~300 lines of new REST controller + new OAuth scopes for zero behavioral gain.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D1B2A"/>
                </a:solidFill>
              </a:rPr>
              <a:t>•  Side-table-only (would skip FHIR entirely): violates the spec's round-trip requirement — source PDF wouldn't be queryable via FHIR DocumentReference at all.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D1B2A"/>
                </a:solidFill>
              </a:rPr>
              <a:t>•  Hybrid wins: source lands in OpenEMR's `documents` table (the same table FHIR DocumentReference reads from — round-trip is automatic), derived facts in cp_extracted_facts with explicit derivedFrom: DocumentReference/{id}. Spec explicitly allows “FHIR resources OR OpenEMR records.”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86200"/>
            <a:ext cx="11430000" cy="292608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90448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Per-rubric boolean eval scoring   (vs Week 1's 0–1 float, vs LLM 1–10 rating, vs pure case-level pass/fail)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178808"/>
            <a:ext cx="11430000" cy="1033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215384"/>
            <a:ext cx="111556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1">
                <a:solidFill>
                  <a:srgbClr val="0D1B2A"/>
                </a:solidFill>
              </a:rPr>
              <a:t>•  Week 1's 0–1 float with a 0.7 threshold: partial credit absorbs regressions — the “&gt; 5 % drop” gate the spec mandates can't target individual rubric categories.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D1B2A"/>
                </a:solidFill>
              </a:rPr>
              <a:t>•  LLM-as-judge 1–10 rating: spec calls this out as a pitfall — rubrics become non-actionable and judge variance dominates the signal.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D1B2A"/>
                </a:solidFill>
              </a:rPr>
              <a:t>•  Single pass/fail per case: doesn't tell us which rubric (schema_valid vs citation_present vs factually_consistent) regressed; debugging a failed gate becomes guesswork.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257800"/>
            <a:ext cx="11430000" cy="292608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27608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GitHub Actions on PR + branch protection   (vs CircleCI deploy gate only, vs pre-push hook only, vs Buildkite/GitLab CI)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550408"/>
            <a:ext cx="11430000" cy="1033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586984"/>
            <a:ext cx="111556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1">
                <a:solidFill>
                  <a:srgbClr val="0D1B2A"/>
                </a:solidFill>
              </a:rPr>
              <a:t>•  Pre-push hook only: bypassable with --no-verify; graders typically discount; the spec's hard-gate test (introduce a regression, watch CI fail) is unconvincing without a server-side check.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D1B2A"/>
                </a:solidFill>
              </a:rPr>
              <a:t>•  CircleCI deploy gate only (Week 1's posture): gates merging to deploy, not opening a PR — the spec's wording is “PR-blocking,” not “deploy-blocking.”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D1B2A"/>
                </a:solidFill>
              </a:rPr>
              <a:t>•  Buildkite / GitLab CI: no existing infra in this repo; standing up a parallel CI system mid-sprint is wasted scope. GHA fits naturally next to the existing CircleCI deploy pipeline.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Multi-Agent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8C8C"/>
                </a:solidFill>
              </a:rPr>
              <a:t>LangGraph StateGraph · Supervisor decides routing; handoffs logged to Langfuse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280160"/>
            <a:ext cx="2834640" cy="8686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1325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Supervisor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691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8C8C"/>
                </a:solidFill>
              </a:rPr>
              <a:t>Sonnet 4.6 · routes between workers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2606040" cy="64008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88036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Intake
Extractor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474720"/>
            <a:ext cx="26060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D1B2A"/>
                </a:solidFill>
              </a:rPr>
              <a:t>Sonnet 4.6 PDF
+ tool_choice
→ JSON
+ FHIR write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2834640"/>
            <a:ext cx="2606040" cy="64008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88036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Evidence
Retriever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3474720"/>
            <a:ext cx="26060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352044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D1B2A"/>
                </a:solidFill>
              </a:rPr>
              <a:t>BM25 + Voyage-3
+ Cohere Rerank
→ top-5
guideline chunks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834640"/>
            <a:ext cx="2606040" cy="6400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288036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Critic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474720"/>
            <a:ext cx="26060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352044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D1B2A"/>
                </a:solidFill>
              </a:rPr>
              <a:t>(extension)
Rejects uncited
or unsafe claims;
loops back ≤1×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2834640"/>
            <a:ext cx="2606040" cy="640080"/>
          </a:xfrm>
          <a:prstGeom prst="rect">
            <a:avLst/>
          </a:prstGeom>
          <a:solidFill>
            <a:srgbClr val="2D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288036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Final
Answer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3474720"/>
            <a:ext cx="26060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352044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D1B2A"/>
                </a:solidFill>
              </a:rPr>
              <a:t>Streams reply
to chat UI
with citation
chips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219456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56677"/>
                </a:solidFill>
              </a:rPr>
              <a:t>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19456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56677"/>
                </a:solidFill>
              </a:rPr>
              <a:t>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219456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56677"/>
                </a:solidFill>
              </a:rPr>
              <a:t>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219456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56677"/>
                </a:solidFill>
              </a:rPr>
              <a:t>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074920"/>
            <a:ext cx="114300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8C8C"/>
                </a:solidFill>
              </a:rPr>
              <a:t>AgentState (carried across nodes)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48640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1B2A"/>
                </a:solidFill>
              </a:rPr>
              <a:t>session_id  ·  patient_id (server-enforced)  ·  messages  ·  pending_doc_uploads
extracted_facts_cache {doc_id: ExtractedFacts}   ·   evidence_cache {query_hash: chunks}
citations[]   ·   handoff_log[]  (every supervisor decision → Langfuse span)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Document Ingestion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8C8C"/>
                </a:solidFill>
              </a:rPr>
              <a:t>Upload → vision extraction → FHIR write → citations side-table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194560" cy="91440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1. Upload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6040" y="1280160"/>
            <a:ext cx="92354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7480" y="1353312"/>
            <a:ext cx="9098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1B2A"/>
                </a:solidFill>
              </a:rPr>
              <a:t>Clinician uploads PDF via OpenEMR's existing Documents tab.
library/ajax/upload.php → addNewDocument() → row in `documents` table.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04288"/>
            <a:ext cx="2194560" cy="91440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786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2. Trigger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2304288"/>
            <a:ext cx="92354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2377440"/>
            <a:ext cx="9098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1B2A"/>
                </a:solidFill>
              </a:rPr>
              <a:t>POST /extract on the agent  { patient_id, document_id, doc_type }
attach_and_extract resolves document_id → on-disk path,
cross-checks foreign_id == patient_id.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28416"/>
            <a:ext cx="2194560" cy="91440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0273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3. Vision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3328416"/>
            <a:ext cx="92354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3401568"/>
            <a:ext cx="9098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1B2A"/>
                </a:solidFill>
              </a:rPr>
              <a:t>Sonnet 4.6 receives PDF as a `document` content block.
tool_choice forces extract_lab_report / extract_intake_form / extract_medication_list.
Pydantic re-validates the model's tool_use input.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352544"/>
            <a:ext cx="2194560" cy="91440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626864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4. Persist facts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4352544"/>
            <a:ext cx="92354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97480" y="4425696"/>
            <a:ext cx="9098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1B2A"/>
                </a:solidFill>
              </a:rPr>
              <a:t>INSERT cp_extraction_runs (run_id, document_id, …)
INSERT cp_extracted_facts × N  (each row carries derivedFrom: DocumentReference/{id})
INSERT cp_extraction_citations × N  (page, bbox, field_path, quote)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376672"/>
            <a:ext cx="2194560" cy="91440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6509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5. Return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5376672"/>
            <a:ext cx="92354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7480" y="5449824"/>
            <a:ext cx="9098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1B2A"/>
                </a:solidFill>
              </a:rPr>
              <a:t>{ run_id, schema_valid, fact_count, citation_count, latency_ms,
  input_tokens, output_tokens, payload }
Cached in AgentState.extracted_facts_cache for follow-up turns.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677"/>
                </a:solidFill>
              </a:rPr>
              <a:t>Round-trip guarantee: derivedFrom is the integrity contract — every Observation can pivot back to its source PDF in one FHIR query.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Hybrid RAG — Guideline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8C8C"/>
                </a:solidFill>
              </a:rPr>
              <a:t>BM25 + Voyage-3 + Cohere Rerank → top-5 chunks; pgvector on a new Railway 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4864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8C8C"/>
                </a:solidFill>
              </a:rPr>
              <a:t>Retrieval 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52120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0D1B2A"/>
                </a:solidFill>
              </a:rPr>
              <a:t>•  Sparse: ts_rank_cd(tsv, plainto_tsquery)  → top-30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D1B2A"/>
                </a:solidFill>
              </a:rPr>
              <a:t>•  Dense:  1 - (embedding &lt;=&gt; voyage_3)      → top-30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D1B2A"/>
                </a:solidFill>
              </a:rPr>
              <a:t>•  Union, dedupe, keep up to 60 candidates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D1B2A"/>
                </a:solidFill>
              </a:rPr>
              <a:t>•  Cohere Rerank v3.5  → top-5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D1B2A"/>
                </a:solidFill>
              </a:rPr>
              <a:t>•  Each chunk: source_id, source_url, page, section, quote, score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43000"/>
            <a:ext cx="5486400" cy="3200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188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8C8C"/>
                </a:solidFill>
              </a:rPr>
              <a:t>pgvector 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600200"/>
            <a:ext cx="52120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CREATE TABLE corpus_chunks (
  id          SERIAL PRIMARY KEY,
  source_id   TEXT NOT NULL,
  source_url  TEXT,
  page        INT,
  section     TEXT,
  text        TEXT NOT NULL,
  embedding   VECTOR(1024) NOT NULL,
  tsv         TSVECTOR GENERATED ALWAYS
              AS (to_tsvector('english', text))
              STORED
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480560"/>
            <a:ext cx="11430000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526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8C8C"/>
                </a:solidFill>
              </a:rPr>
              <a:t>Corpus inventory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4937760"/>
          <a:ext cx="111556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19431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008C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Coverage</a:t>
                      </a:r>
                    </a:p>
                  </a:txBody>
                  <a:tcPr>
                    <a:solidFill>
                      <a:srgbClr val="008C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Chunks (≈)</a:t>
                      </a:r>
                    </a:p>
                  </a:txBody>
                  <a:tcPr>
                    <a:solidFill>
                      <a:srgbClr val="008C8C"/>
                    </a:solidFill>
                  </a:tcPr>
                </a:tc>
              </a:tr>
              <a:tr h="1943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ADA Standards of Care 2024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T2DM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80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1943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ACC/AHA Hypertension 2017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HTN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43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USPSTF: statins for CVD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Hyperlipidemia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1943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GINA Asthma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Asthma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43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KDIGO CKD 2024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CKD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1943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(room for ~3 more)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~15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43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~250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Eval Gate — 50 cases, per-rubric booleans, PR-blocking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8C8C"/>
                </a:solidFill>
              </a:rPr>
              <a:t>Hard gate: graders introduce a regression; CI must block the merge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68580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8C8C"/>
                </a:solidFill>
              </a:rPr>
              <a:t>Rubric categories  &amp;  absolute floors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00200"/>
          <a:ext cx="65836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</a:tblGrid>
              <a:tr h="4419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Rubric</a:t>
                      </a:r>
                    </a:p>
                  </a:txBody>
                  <a:tcPr>
                    <a:solidFill>
                      <a:srgbClr val="008C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What it checks</a:t>
                      </a:r>
                    </a:p>
                  </a:txBody>
                  <a:tcPr>
                    <a:solidFill>
                      <a:srgbClr val="008C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Floor</a:t>
                      </a:r>
                    </a:p>
                  </a:txBody>
                  <a:tcPr>
                    <a:solidFill>
                      <a:srgbClr val="008C8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schema_valid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Extraction returned valid Pydantic-shaped JSON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≥ 0.95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citation_present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Every clinical claim carries a citation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≥ 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factually_consistent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Each cited claim matches the source it points to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≥ 0.85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safe_refusal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Refused unsafe / chart-falsification requests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= 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no_phi_in_logs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Static redact() pass over every Langfuse trace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= 1.00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60920" y="1143000"/>
            <a:ext cx="4434840" cy="3200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11887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8C8C"/>
                </a:solidFill>
              </a:rPr>
              <a:t>Gate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600200"/>
            <a:ext cx="42062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gate.py compares the current
run vs baseline.json.
FAIL CI if:
  • any rubric drops &gt; 5 pp
    vs baseline, OR
  • any rubric falls below
    its absolute floor.
Where it runs:
  .github/workflows/
  agent-evals.yml
  required check on PR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480560"/>
            <a:ext cx="114300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526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8C8C"/>
                </a:solidFill>
              </a:rPr>
              <a:t>What changed from Week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93776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0D1B2A"/>
                </a:solidFill>
              </a:rPr>
              <a:t>•  Cases: 25 → 50  (added: extraction, evidence, citation, refusal, missing_data)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D1B2A"/>
                </a:solidFill>
              </a:rPr>
              <a:t>•  Scoring: 0–1 float → boolean per applicable rubric  — a case passes only if every applicable rubric is true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D1B2A"/>
                </a:solidFill>
              </a:rPr>
              <a:t>•  Judge model unchanged: Claude Haiku 4.5  —  prompt rewritten to emit boolean-per-rubric JSON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D1B2A"/>
                </a:solidFill>
              </a:rPr>
              <a:t>•  CI surface: pre-push smoke (5 cases) → GitHub Actions PR check (full 50 cases)  —  branch protection makes it non-bypassable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Risks &amp; Stop-Loss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8C8C"/>
                </a:solidFill>
              </a:rPr>
              <a:t>Where the plan can go wrong, and what we do about it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4300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6400800"/>
              </a:tblGrid>
              <a:tr h="653142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008C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>
                    <a:solidFill>
                      <a:srgbClr val="008C8C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D1B2A"/>
                          </a:solidFill>
                        </a:rPr>
                        <a:t>OpenEMR FHIR write completeness  —  no POST Binary / Observation / DocumentReference-create exist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D1B2A"/>
                          </a:solidFill>
                        </a:rPr>
                        <a:t>GRADUATED 2026-05-05: verified absent by grep; pivoted to hybrid persistence (legacy addNewDocument + cp_* side-tables). Risk closed.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D1B2A"/>
                          </a:solidFill>
                        </a:rPr>
                        <a:t>LangGraph + Anthropic streaming has known friction  —  astream_events v1/v2 quirks, partial tool-call streaming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D1B2A"/>
                          </a:solidFill>
                        </a:rPr>
                        <a:t>Build minimal streaming smoke before migrating chat off the W1 single-loop path. W1 path stays as fallback.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D1B2A"/>
                          </a:solidFill>
                        </a:rPr>
                        <a:t>pgvector parity across Dev/QA/Prod  —  three Railway services, three credential sets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D1B2A"/>
                          </a:solidFill>
                        </a:rPr>
                        <a:t>MVP today uses an in-memory BM25 retriever over seed_corpus.json to dodge this provisioning blocker. pgvector lands later this week.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D1B2A"/>
                          </a:solidFill>
                        </a:rPr>
                        <a:t>Sonnet 4.6 PDF cap = 32 pages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D1B2A"/>
                          </a:solidFill>
                        </a:rPr>
                        <a:t>Lab + intake docs are 1–3 pages; corpus chunker splits any guideline PDF that exceeds the cap.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D1B2A"/>
                          </a:solidFill>
                        </a:rPr>
                        <a:t>Scope sprawl  —  all 3 extensions chosen against the spec's “narrower is better” warning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D1B2A"/>
                          </a:solidFill>
                        </a:rPr>
                        <a:t>Stop-loss: if Thursday Early Submission isn't green, drop critic and trend chart; keep med-list (reuses ingestion infra).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D1B2A"/>
                          </a:solidFill>
                        </a:rPr>
                        <a:t>Vendor concentration on retrieval  —  Anthropic + Voyage + Cohere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D1B2A"/>
                          </a:solidFill>
                        </a:rPr>
                        <a:t>All HIPAA-eligible under BAA; matches the demo posture already documented in README.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5852160"/>
            <a:ext cx="11430000" cy="7315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9893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Hard stop-loss order if Thursday isn't green:  trend chart  →  critic  →  third doc type.  Core (lab + intake + supervisor + 2 workers + RAG + eval gate) ships no matter what.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Week 2 Architecture —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3474720" cy="50292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848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LangGraph StateGraph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084832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8"/>
                </a:solidFill>
              </a:rPr>
              <a:t>supervisor + 3 workers + critic, handoffs logged to Langfuse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51760"/>
            <a:ext cx="3474720" cy="50292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72491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Sonnet 4.6 native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724912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8"/>
                </a:solidFill>
              </a:rPr>
              <a:t>tool_choice forces schema-valid extraction; bbox via grounding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91840"/>
            <a:ext cx="3474720" cy="50292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3649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Hybrid persistence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364992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8"/>
                </a:solidFill>
              </a:rPr>
              <a:t>addNewDocument for source (auto FHIR-readable); cp_* side-tables for derived facts + bboxes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3474720" cy="50292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0050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Hybrid RAG on pgvector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005072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8"/>
                </a:solidFill>
              </a:rPr>
              <a:t>BM25 + Voyage-3 + Cohere Rerank, ~250 chunks across 5 guideline sources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572000"/>
            <a:ext cx="3474720" cy="50292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6451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Per-rubric boolean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645152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8"/>
                </a:solidFill>
              </a:rPr>
              <a:t>50 cases, GitHub Actions PR check, regression &gt; 5% blocks merge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212080"/>
            <a:ext cx="3474720" cy="50292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2852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Citations everywhere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5285232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8"/>
                </a:solidFill>
              </a:rPr>
              <a:t>patient-record vs guideline chips; PDF.js bbox overlay on click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</a:rPr>
              <a:t>github.com/cxk280/agentforge   ·   ./ARCHITECTURE.md   ·   ./W2_ARCHITECTURE.md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