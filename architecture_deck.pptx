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1737360"/>
            <a:ext cx="923544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Clinical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8C8C"/>
                </a:solidFill>
              </a:rPr>
              <a:t>Architecture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520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6677"/>
                </a:solidFill>
              </a:rPr>
              <a:t>AgentForge  ·  Gauntlet AI Austin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One-sentence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0D1B2A"/>
                </a:solidFill>
              </a:rPr>
              <a:t>•  A Python FastAPI sidecar service running alongside OpenEMR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Multi-turn AI agent powered by Claude Sonnet 4.6 with tool use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Retrieves real patient data from OpenEMR's FHIR R4 API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Streams responses in &lt;5 seconds — usable in the 90-second window between rooms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Injected into the OpenEMR patient record view via an iframe panel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0D1B2A"/>
                </a:solidFill>
              </a:rPr>
              <a:t>•  Not a general chatbot — patient-specific, source-attributed, role-gated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Every factual claim traced back to a FHIR resource ID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Physician's session identity inherited by the agent — no separate auth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No PHI ever written to logs or trace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Docker Compose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92608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OpenEMR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DD"/>
                </a:solidFill>
              </a:rPr>
              <a:t>PHP + Apache  :8300/:9300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2926080" cy="9144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DD"/>
                </a:solidFill>
              </a:rPr>
              <a:t>Python FastAPI  :8400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MariaDB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DD"/>
                </a:solidFill>
              </a:rPr>
              <a:t>:8320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92608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DD"/>
                </a:solidFill>
              </a:rPr>
              <a:t>Traces  :3000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280160"/>
            <a:ext cx="38404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Claude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DD"/>
                </a:solidFill>
              </a:rPr>
              <a:t>External / Anthropic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18745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FHIR REST API  ◄────────────────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87451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────────►  Claude API (httpx + Anthropic SDK)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SQL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2860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</a:rPr>
              <a:t>Trace spans (no PHI)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2860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6677"/>
                </a:solidFill>
              </a:rPr>
              <a:t>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11247120" cy="3657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Physician browser → copilot.php (OpenEMR) → Agent backend → FHIR API → MariaDB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Agent never touches MariaDB directly — all data access via FHIR R4 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a Sidecar, Not a PHP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0D1B2A"/>
                </a:solidFill>
              </a:rPr>
              <a:t>•  OpenEMR is a synchronous PHP monolith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Streaming LLM responses in PHP requires significant complexity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No native async I/O — every Claude token would block the process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0D1B2A"/>
                </a:solidFill>
              </a:rPr>
              <a:t>•  Python sidecar gives us what we need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FastAPI + httpx: async-native streaming out of the box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Anthropic SDK: clean tool use patterns, type-safe responses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Independent deployment — iterate on the agent without touching OpenEMR's PHP build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0D1B2A"/>
                </a:solidFill>
              </a:rPr>
              <a:t>•  Minimal PHP footprint in OpenEMR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One new page: interface/patient_file/summary/copilot.php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Renders the iframe, passes patient ID and session identity to the agent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556677"/>
                </a:solidFill>
              </a:rPr>
              <a:t>  ▸  One event hook: CopilotMenuEvent registers the tab in patient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Choices — Why These, Not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MariaDB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OpenEMR requires it — the codebase was built and tested against MySQL/MariaDB semantics; PostgreSQL is not supported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Strict SQL mode enforces data integrity at the database layer — bad values are rejected, not silently coerced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MySQL-compatible wire protocol: Railway production runs MySQL 9.4, zero code changes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11430000" cy="3200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243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FastAPI  (vs Flask, Django, Node/Express)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Python is mandatory — Anthropic SDK and AI/ML tooling ecosystem are Python-first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Async-first: streaming Claude responses while making concurrent FHIR tool calls requires non-blocking I/O; Flask blocks the event loop on every DB round-trip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Pydantic models give typed, validated structures at the boundary between raw FHIR data and the agent — parse, don't validate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Django is overkill: its ORM and admin are irrelevant; we do not manage our own database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Automatic OpenAPI docs: agent tool endpoints are self-documenting, enabling the eval framework to generate test clients directly from the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11430000" cy="3200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44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httpx  (vs requests, aiohttp, urllib3)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requests is synchronous-only — blocks the FastAPI event loop on every FHIR API call; not usable here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Anthropic SDK uses httpx internally — one fewer dependency, consistent connection pooling across the whole stack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Cleaner API than aiohttp with sync/async parity in the same library, useful in test scripts without a running event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FHIR?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Fast Healthcare Interoperability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The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Published by HL7 — defines how healthcare data is structured and exchanged between systems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Solves the EHR interoperability problem: every vendor historically had its own proprietary data format and API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FHIR standardises both the data model and the API, so the same code works against any compliant EHR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Mandated by the 21st Century Cures Act — every major US EHR must expose it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R4 (released 2019) is the current stable version — what OpenEMR implements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Resources (the data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Clinical concepts map to typed JSON objects called resources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Patient, MedicationRequest, Observation, Condition, AllergyIntolerance, Encounter, ...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Each resource type has a predictable schema regardless of which EHR produced it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Lab result (Observation) always has: code (LOINC), value, status, patient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57784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FHIR R4 endpoints — concretely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REST API URLs that follow the R4 spec:
GET /fhir/Patient/123
GET /fhir/MedicationRequest
    ?patient=123&amp;status=active
GET /fhir/Observation
    ?patient=123
    &amp;category=laboratory
    &amp;_sort=-date
    &amp;_count=10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4805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Same query pattern works against any
compliant EHR — no vendor-specific code.
In OpenEMR: /apis/default/fhir/
Protected by OAuth 2.0 bearer tokens.
OAuth = how the agent inherits the
logged-in physician's identity and 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FHIR Over Direct DB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8C"/>
                </a:solidFill>
              </a:rPr>
              <a:t>FHIR R4 API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Direct DB Access  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Normalizes messy underlying data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Free-text dosages → structured MedicationRequest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Mixed date formats → ISO 8601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Inconsistent nulls → typed FHIR fields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OAuth scopes enforce access at the API layer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Agent can only read what its token permits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Portable across FHIR-compliant EHRs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Future deployment = URL change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556677"/>
                </a:solidFill>
              </a:rPr>
              <a:t>•  Tied to MariaDB schema internals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Schema changes break the agent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556677"/>
                </a:solidFill>
              </a:rPr>
              <a:t>•  Bypasses OpenEMR's ACL system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phpGACL not enforced on raw SQL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Agent would need its own auth layer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556677"/>
                </a:solidFill>
              </a:rPr>
              <a:t>•  50–100ms latency cost of FHIR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Accepted: scope enforcement + normalization worth the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Access: Tool → FHIR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1435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FHIR Endpoint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Returns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get_patient_summary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/fhir/Patient/:id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Demographics, active problems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get_medications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/fhir/MedicationRequest?patient=:pid&amp;status=active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Active prescriptions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get_recent_labs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/fhir/Observation?category=laboratory&amp;_sort=-date&amp;_count=10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Lab results with dates + units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get_vitals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/fhir/Observation?category=vital-signs&amp;_sort=-date&amp;_count=5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Recent vitals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get_conditions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/fhir/Condition?clinical-status=active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Active problem list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get_allergies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/fhir/AllergyIntolerance?patient=:pid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Allergy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get_encounters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GET /fhir/Encounter?_sort=-date&amp;_count=10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Recent visits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</a:rPr>
              <a:t>Context pre-fetch: all tools called in parallel via asyncio.gather at conversation start — subsequent turns reason over cached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Authorization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Three layers — no write access anywhere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0D1B2A"/>
                </a:solidFill>
              </a:rPr>
              <a:t>•  Layer 1 — OpenEMR OAuth Scopes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Agent authenticates with minimum read-only scopes for the user's role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Physician: user/Patient.rs  user/Observation.rs  user/MedicationRequest.rs  user/Condition.rs  ...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No write scopes ever requested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D1B2A"/>
                </a:solidFill>
              </a:rPr>
              <a:t>•  Layer 2 — Patient Access Validation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Before any tool call: confirm requesting physician has a care relationship with the patient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Checks provider_id on patient_data OR Encounter history in past 12 months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0D1B2A"/>
                </a:solidFill>
              </a:rPr>
              <a:t>•  Layer 3 — Tool-Level Guard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Each tool validates inputs + authorization before calling FHIR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556677"/>
                </a:solidFill>
              </a:rPr>
              <a:t>  ▸  Failed auth → structured error response, never silent empty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143000"/>
            <a:ext cx="3383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Trust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B2A"/>
                </a:solidFill>
              </a:rPr>
              <a:t>Physician browser
     ↓
copilot.php
(session validated)
     ↓
Agent backend
(role resolved)
     ↓
FHIR API
(OAuth scopes)
     ↓
MariaDB
(ACL enforced)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Verification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Every response checked before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Step 1 — Source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Claude Haiku 4.5 receives tool results + draft response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Tags each factual claim with FHIR resourceType/id/field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Claims without a traceable source → flagged [UNVERIFIED]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Agent removes or disclaims unverified claims before delivery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Adds ~1 second to response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5778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Step 2 — Domain Constraint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Rules-based (no LLM call — no added latency)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Medication names must match active MedicationRequest records exactly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Lab values must match Observation values exactly — no rounding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556677"/>
                </a:solidFill>
              </a:rPr>
              <a:t>  ▸  Prescriptive language flagged: 'should', 'must', 'recommend'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11430000" cy="2651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Known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5C4000"/>
                </a:solidFill>
              </a:rPr>
              <a:t>•  Source attribution catches hallucinated facts — not reasoning errors (correct quote, wrong conclusion)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C4000"/>
                </a:solidFill>
              </a:rPr>
              <a:t>•  Domain constraint check is pattern-based — misses violations it can't pattern-match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C4000"/>
                </a:solidFill>
              </a:rPr>
              <a:t>•  Combined verification adds 1–2 seconds — accepted given clinical safety requirement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LLM &amp; Framework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0089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Primary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Claude Sonnet 4.6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Speed + structured tool use + 200K context window + streaming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Verification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Claude Haiku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Fast + cheap for narrow attribution task — adds 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Agent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Anthropic SDK (direct, no LangChain)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No framework overhead; tool use pattern clean; stream=True built 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HTTP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httpx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Async-native; used by Anthropic SDK internally; one dependency, consistent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Conversation state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Server-side memory (30 min TTL)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PHI constraint — no conversation content written to DB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stream=True + 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Progressive display; first token visible in 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</a:rPr>
              <a:t>200K token context window: full patient history (labs, meds, notes, vitals) fits in a single context without truncation — no chunking strategy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Observability — Langfuse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8C8C"/>
                </a:solidFill>
              </a:rPr>
              <a:t>Why Langfuse · Self-hosted · No PHI in traces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C8C"/>
                </a:solidFill>
              </a:rPr>
              <a:t>Why Langfuse  (vs LangSmith, Datadog/CloudWatch, roll-your-own)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The agent makes a chain of decisions per request — without trace reconstruction, debugging a bad response means guessing which step failed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LangSmith is tightly coupled to LangChain; we use the Anthropic SDK directly — LangSmith requires wrapping code in LangChain abstractions we don't otherwise need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Rolling our own (Datadog/CloudWatch) gives raw logs but no trace reconstruction — you'd manually correlate log lines across a multi-step agent run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D1B2A"/>
                </a:solidFill>
              </a:rPr>
              <a:t>•  Langfuse is framework-agnostic, wraps the Anthropic client with one line of config, and can be self-hosted — self-hosting is a HIPAA requirement, not a preference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63240"/>
            <a:ext cx="5486400" cy="3429000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C8C"/>
                </a:solidFill>
              </a:rPr>
              <a:t>What is traced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Session validation span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Tool call spans: name, resource type, duration, success/fail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Claude API spans: model, token counts, latency, time-to-first-token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Verification span: claims attributed vs flagged, duration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D1B2A"/>
                </a:solidFill>
              </a:rPr>
              <a:t>•  Derivable: P50/P95 latency, tool failure rates, token cost/day, verification flag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063240"/>
            <a:ext cx="5486400" cy="3429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</a:rPr>
              <a:t>What is NOT traced  (PHI constraint)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660000"/>
                </a:solidFill>
              </a:rPr>
              <a:t>•  Tool call arguments/responses — contain patient data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660000"/>
                </a:solidFill>
              </a:rPr>
              <a:t>•  Raw Claude prompt and response content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660000"/>
                </a:solidFill>
              </a:rPr>
              <a:t>•  Patient IDs in plain form — hashed in traces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660000"/>
                </a:solidFill>
              </a:rPr>
              <a:t>•  Self-hosted on Railway: trace data never leaves our infrastructure boundary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660000"/>
                </a:solidFill>
              </a:rPr>
              <a:t>•  Cloud Langfuse would require a BAA — self-hosting avoids the issue entirely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Tradeoffs &amp; Risks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008C8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FHIR API (not direct DB)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+50–100ms per tool call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Scope enforcement + data normalization + portability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Verification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+1–2s per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Clinical hallucination risk too high to 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Iframe injection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Less elegant than native UI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Agent codebase stays decoupled, independently deployable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No persistent conversation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Context resets after 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PHI constraint — no conversation content written to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Self-hosted Langfuse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Ops overhead to maintain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D1B2A"/>
                          </a:solidFill>
                        </a:rPr>
                        <a:t>Avoids PHI in third-party trace storage; no BAA required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Highest Risk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9204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OAuth flow complexity: OpenEMR's OAuth server is the most failure-prone integration step — must validate early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Patient access authorization: care relationship check requires combining Encounter history with patient_data.provider_id — test edge cases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D1B2A"/>
                </a:solidFill>
              </a:rPr>
              <a:t>•  FHIR data quality: OpenEMR's FHIR layer can return empty or malformed resources for incomplete records — every tool must handle gracefully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Architecture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Python FastAPI sidecar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keeps AI logic independent of the PHP monolith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35808"/>
            <a:ext cx="3200400" cy="548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FHIR R4 exclusively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272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scope enforcement, normalization, portability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85616"/>
            <a:ext cx="3200400" cy="548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770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Three-layer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7705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OAuth scopes → patient access check → tool guard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35424"/>
            <a:ext cx="3200400" cy="548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268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Two-step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62686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source attribution (Haiku) + domain constraints (rules)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85232"/>
            <a:ext cx="3200400" cy="548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766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Self-hosted Langfuse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766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full trace visibility, zero PHI outside our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</a:rPr>
              <a:t>github.com/cxk280/agentforge  ·  https://openemr-production-971e.up.railway.app/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