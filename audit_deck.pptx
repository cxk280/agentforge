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1554480"/>
            <a:ext cx="9601200" cy="38404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9052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OpenEMR Security &amp;
Architecture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5204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8C8C"/>
                </a:solidFill>
              </a:rPr>
              <a:t>Clinical Co-Pilot  ·  AgentForge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0233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677"/>
                </a:solidFill>
              </a:rPr>
              <a:t>5 areas reviewed: Security · Performance · Architecture · Data Quality ·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Audit Summary — 5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02920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1188720"/>
            <a:ext cx="1090879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2222"/>
                </a:solidFill>
              </a:rPr>
              <a:t>PHI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SSN, DOB, insurance data stored plaintext in patient_data — no column encryption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31135"/>
            <a:ext cx="50292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1401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2231135"/>
            <a:ext cx="1090879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7685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Dual Auth 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42615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Legacy PHP session + OAuth 2.0. Agent must use OAuth — not session piggyback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73550"/>
            <a:ext cx="50292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5643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273550"/>
            <a:ext cx="1090879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1927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ACL Bypassable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8503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phpGACL is real but raw DB queries skip it. Agent tool layer must enforce explicitly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15965"/>
            <a:ext cx="502920" cy="8229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988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" y="4315965"/>
            <a:ext cx="1090879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6168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4A"/>
                </a:solidFill>
              </a:rPr>
              <a:t>FHIR is the Right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5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FHIR R4 endpoints are scope-controlled, structured, and normalise messy underlying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58380"/>
            <a:ext cx="50292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412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" y="5358380"/>
            <a:ext cx="1090879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041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Audit Log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698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EventAuditLogger exists but agent API calls won't trigger it automatically — must be wired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1: PHI Exposure at the Persistence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</a:rPr>
              <a:t>Most critical finding — shapes every design decision for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9659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What the audit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CC2222"/>
                </a:solidFill>
              </a:rPr>
              <a:t>•  patient_data table stores SSN, DOB, driver's licence, full address, and insurance data in plaintext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CC2222"/>
                </a:solidFill>
              </a:rPr>
              <a:t>•  No column-level encryption on the database — any query path touches unencrypted PHI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CC2222"/>
                </a:solidFill>
              </a:rPr>
              <a:t>•  FHIR bulk export (GET /fhir/$export) can dump the entire dataset — must be scope-restricted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11430000" cy="219456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Agent design constraints that follow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7A4A"/>
                </a:solidFill>
              </a:rPr>
              <a:t>•  No PHI in logs — tool call arguments and responses are never written to log files or trace payloads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7A4A"/>
                </a:solidFill>
              </a:rPr>
              <a:t>•  No PHI in LLM trace payloads — Langfuse spans log FHIR resource type and ID, not content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7A4A"/>
                </a:solidFill>
              </a:rPr>
              <a:t>•  No PHI persisted outside the OpenEMR database boundary — conversation content has a 30-minute in-memory TTL only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7A4A"/>
                </a:solidFill>
              </a:rPr>
              <a:t>•  Minimise PHI in prompts — use patient IDs rather than names/DOB where the agent can reason without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40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77"/>
                </a:solidFill>
              </a:rPr>
              <a:t>BAA status: per project guidelines all LLM providers are treated as having a signed BAA with training use disabled. In production, a real signed BAA with Anthropic must be in place before live PHI is processed.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2 &amp; 3: Authentication Surface &amp; ACL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Finding 2 — Dual Authentication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OpenEMR supports both legacy PHP session cookies and OAuth 2.0 + SMART-on-FHIR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The agent must use the OAuth path — not piggyback the PHP session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Session piggyback inherits the full session with no scope limiting — a trust boundary problem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OAuth enforces explicit scopes, supports token revocation, creates a clean authorization boundary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Agent scopes (read-only): user/Patient.rs, user/Observation.rs, user/MedicationRequest.rs,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user/Condition.rs, user/AllergyIntolerance.rs, user/Encounter.rs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20440"/>
            <a:ext cx="11430000" cy="25146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Finding 3 — ACL System is Real but Bypassable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95928"/>
            <a:ext cx="11247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phpGACL (src/Gacl/) is a full ACL system — AclMain::aclCheck() runs throughout the UI layer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Risk: raw database queries and direct API calls can bypass aclCheck() entirely if implemented carelessly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Bigger risk: phpGACL grants role-level access, not per-patient access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A physician role can query any patient unless the UI enforces the provider-patient relationship — the agent must replicate this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Resolution: agent tool layer checks care relationship (provider_id on patient_data + Encounter history) before every tool call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6677"/>
                </a:solidFill>
              </a:rPr>
              <a:t>    ▸  Failed auth returns a structured error — never silently returns empty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Deep-Dive — Authentication &amp; Data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Authentication — What's in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argon2id password hashing via AuthHash — current best practice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Timing-attack-resistant login: preventTimingAttack() runs dummy hash for invalid users — prevents username enumeration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MFA support (TOTP/U2F) via src/Common/Auth/MfaUtils.php — optional, not enforced by default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Session management: validated per request via AuthUtils::authCheckSession(), expiry checks, forced destruction on logout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Login failure counter (users_secure) — auto-lock after configurable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2743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Remaining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MFA is optional — a compromised credential gives full access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No explicit SameSite=Strict enforcement visible in session config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Brute force threshold is configurable and may be set loosely in demo installs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Default dev credentials (admin / pass) trivially guessable — unacceptable in any shared deployment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HTTP port (8300) active in dev — no automatic redirect to HTTPS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D1B2A"/>
                </a:solidFill>
              </a:rPr>
              <a:t>•  GITHUB_COMPOSER_TOKEN hardcoded in docker-compose.yml — secrets management red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11430000" cy="192024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HIPAA 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07408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EventAuditLogger (src/Common/Logger/EventAuditLogger.php) tracks logins, logouts, record access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Gap: direct agent API calls will NOT automatically trigger audit log entries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Agent backend must explicitly call the audit logger after each PHI retrieval — same as the UI does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Required HIPAA audit fields: who accessed, what record, when, from where (IP)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Audit — Bottlenecks &amp; Agent Latency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Application Architecture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PHP monolith: every request is a full PHP bootstrap — no persistent process like Node or Gunicorn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No built-in caching layer: no Redis/Memcached in the default stack — repeated queries hit DB every time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Complex patient summaries require multiple sequential queries (labs + meds + notes)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N+1 risk: encounter list queries that individually fetch notes per encounter is a known codebase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First-Boot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composer install (~200 packages including PHPStan dev deps)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npm install (large frontend dependency tree)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SCSS compilation (bootstrap-rtl + custom themes)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Total first-boot: 10–15 minutes — one-time cost, subsequent starts are fast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11430000" cy="233172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Agent Response Latency — Implications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15968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Serial API calls: 100–500ms per call depending on data volume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Full patient brief (demographics + meds + last 3 labs + encounter notes) = 5–8 API calls = 500ms–4s if serial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Mitigation: fetch all context at conversation start in parallel via asyncio.gather — do not call per-turn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Subsequent turns reason over cached context; fresh queries only when physician asks for something not in cache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Key tables indexed on pid — point lookups are fast; the bottleneck is number of round-trips, not query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Audit — System Organization &amp; Integration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System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UI layer (/interface/) → Service layer (/src/Services/)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REST/FHIR API (/apis/ + /src/RestControllers/) → Service layer → MariaDB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No domain model / ORM — thin services over raw SQL via QueryUtils / sqlQuery()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Agent path: OAuth token → FHIR API → RestController → Service → MariaDB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097280"/>
            <a:ext cx="60350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Integration Points for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72768"/>
            <a:ext cx="5852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FHIR API + OAuth 2.0 sidecar (recommended path)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Chat UI injected via PatientMenuEvent — new tab iframing the agent frontend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Session passthrough: UI passes OpenEMR user identity → agent maps to OAuth token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Audit logging: agent calls EventAuditLogger after each PHI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03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Key Service Files the Agent Uses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1148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20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Service File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Data Returned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src/Services/PatientService.php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Demographics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src/Services/PrescriptionService.php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Medications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src/Services/ObservationLabService.php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Lab results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src/Services/ObservationService.php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Vitals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src/Services/ConditionService.php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Problem list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src/Services/AllergyIntoleranceService.php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Allergies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src/Services/EncounterService.php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Encounters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Quality Audit — Completeness, Consistency &amp; Agent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Completeness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patient_data.providerID often missing — blocks patient-provider relationship check for ACL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form_observation.ob_unit missing in many real-world installs — units needed for safe lab display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prescriptions.end_date often absent — no end date = indefinitely active in UI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lists_medication and prescriptions are separate — some patients have data in one but not both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Consistency &amp; Format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5577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Medication dosage is free-text varchar: '10mg' vs '10 mg' vs '10MG' are all valid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Lab values (ob_value) similarly free-text — no enforced type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Date fields use mixed formats across legacy tables (YYYY-MM-DD vs Unix timestamps)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FHIR layer normalises much of this — another reason to use FHIR over raw DB queries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Duplicate patients can exist — no unique constraint on name + DOB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Agent Failure Modes from Data Quality — Required Behaviours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9319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419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Required Agent Behaviour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No labs on file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Return 'No lab results found' — do not infer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Medication with no end_date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Treat as active, note uncertainty to physician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Duplicate patient records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Surface the ambiguity — do not merge silently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Missing provider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Cannot verify patient-provider relationship for ACL — block the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Free-text dosage field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Quote source text exactly — do not parse or normalise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Compliance &amp; Regulatory Audit — HIPAA, BAA, Data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HIPAA Audit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EventAuditLogger exists — covers logins, logouts, record access via UI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Gap: direct agent API calls do NOT auto-trigger audit entries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Agent backend must explicitly log after each PHI retrieval: who / what record / when / from where (IP)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19202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2222"/>
                </a:solidFill>
              </a:rPr>
              <a:t>BAA (Business Associate Agreement)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Anthropic is a Business Associate when the agent sends patient data to the Claude API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Project guideline: all LLM providers treated as having signed BAA with training use disabled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Production requirement: real signed BAA with Anthropic before live PHI is processed — blocking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Langfuse (if cloud-hosted) is also a Business Associate — self-host to avoid this, or get a BAA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192024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Breach Notification &amp; Data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84448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HIPAA: breach of unsecured PHI requires notification within 60 days — LLM API calls are a new vector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Mitigation: minimise PHI in prompts; use patient IDs not names/DOB where possible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HIPAA retention: medical records minimum 6 years from creation or last use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D1B2A"/>
                </a:solidFill>
              </a:rPr>
              <a:t>•  Agent conversation logs: never persist raw PHI content; only anonymised metadata (token counts, latency, tool sequence)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8C"/>
                </a:solidFill>
              </a:rPr>
              <a:t>Compliance Gaps Summary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486400"/>
          <a:ext cx="1143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1763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PHI access not logged via EventAuditLogger for agent calls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Agent conversation content persistence (must be zero PHI)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Langfuse trace payloads must strip / hash PHI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No signed BAA with Anthropic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phpGACL patient-level access not enforced at DB — agent must do 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763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HTTP port active in dev — enforce HTTPS in any shared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Audit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926080" cy="56692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PHI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21214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Plaintext patient data means zero tolerance for PHI in logs, traces, or LLM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61488"/>
            <a:ext cx="29260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OAuth, not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87121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Use the OAuth path — it enforces scopes and creates a clean trust 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11296"/>
            <a:ext cx="29260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Enforce ACL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6210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phpGACL can be bypassed; the agent tool layer must check patient-provider relationship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61104"/>
            <a:ext cx="2926080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52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FHIR is 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370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Structured, scope-controlled, normalised — use FHIR R4 for all data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10912"/>
            <a:ext cx="29260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Wire the 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120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EventAuditLogger must be called explicitly for every agent PHI retrieval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60720"/>
            <a:ext cx="2926080" cy="56692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BAA before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8704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</a:rPr>
              <a:t>Signed BAA with Anthropic is a hard blocker before any real patient data is processed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